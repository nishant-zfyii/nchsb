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EKF: IMU + Odometry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Extended Kalman Filter for Robot Localization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is Extended Kalman Filter (EKF)?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A recursive state estimation algorithm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Fuses multiple noisy sensor measurements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Handles non-linear system dynamics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Provides optimal estimate of robot pose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Runs at high frequency (50 Hz in our config)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Part of robot_localization ROS 2 package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Why Fuse IMU + Odometry?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Wheel Odometry alone has drift over time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IMU alone suffers from integration errors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Combined: IMU corrects odometry drift!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IMU provides fast orientation updates (gyroscope)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Odometry provides position from wheel encoders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Result: More accurate and robust localization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Data Flow: Sensor Fusion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8288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IMU</a:t>
            </a:r>
            <a:br/>
            <a:r>
              <a:t>(/imu)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828800" cy="91440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Wheel Odom</a:t>
            </a:r>
            <a:br/>
            <a:r>
              <a:t>(/odom)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2743200"/>
            <a:ext cx="2286000" cy="1371600"/>
          </a:xfrm>
          <a:prstGeom prst="roundRect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EKF</a:t>
            </a:r>
            <a:br/>
            <a:r>
              <a:t>(robot_localization)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2743200"/>
            <a:ext cx="2286000" cy="1371600"/>
          </a:xfrm>
          <a:prstGeom prst="roundRect">
            <a:avLst/>
          </a:prstGeom>
          <a:solidFill>
            <a:srgbClr val="00336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Filtered Output</a:t>
            </a:r>
            <a:br/>
            <a:r>
              <a:t>(/odometry/filtered)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2103120"/>
            <a:ext cx="1828800" cy="365760"/>
          </a:xfrm>
          <a:prstGeom prst="rightArrow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2926080" y="4389120"/>
            <a:ext cx="1828800" cy="365760"/>
          </a:xfrm>
          <a:prstGeom prst="right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7498079" y="3200400"/>
            <a:ext cx="1371600" cy="457200"/>
          </a:xfrm>
          <a:prstGeom prst="rightArrow">
            <a:avLst/>
          </a:prstGeom>
          <a:solidFill>
            <a:srgbClr val="FF66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459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70C0"/>
                </a:solidFill>
              </a:defRPr>
            </a:pPr>
            <a:r>
              <a:t>yaw, yaw_rate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846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0B050"/>
                </a:solidFill>
              </a:defRPr>
            </a:pPr>
            <a:r>
              <a:t>x, y, yaw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EKF State Vector (15 states)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54864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x: Position 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54864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y: Position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z: Position Z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roll: Roll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10312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pitch: Pitch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103120"/>
            <a:ext cx="3474720" cy="54864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yaw: Yaw (heading)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vx: Velocity 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74320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vy: Velocity 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vz: Velocity Z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79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ωroll: Roll 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383279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ωpitch: Pitch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383279"/>
            <a:ext cx="3474720" cy="548640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ωyaw: Yaw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02336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ax: Accel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02336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ay: Accel 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023360"/>
            <a:ext cx="3474720" cy="54864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404040"/>
                </a:solidFill>
              </a:defRPr>
            </a:pPr>
            <a:r>
              <a:t>az: Accel 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🟢 Used in your config    ⚪ Not used (2D planar mode)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IMU Input Configuration (/imu)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IMU provides orientation and angular velocity</a:t>
            </a:r>
          </a:p>
          <a:p>
            <a:pPr>
              <a:defRPr sz="1400">
                <a:solidFill>
                  <a:srgbClr val="569CD6"/>
                </a:solidFill>
                <a:latin typeface="Consolas"/>
              </a:defRPr>
            </a:pPr>
            <a:r>
              <a:t>imu0: /imu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What we fuse from IMU:</a:t>
            </a:r>
          </a:p>
          <a:p>
            <a:pPr>
              <a:defRPr sz="1400">
                <a:solidFill>
                  <a:srgbClr val="569CD6"/>
                </a:solidFill>
                <a:latin typeface="Consolas"/>
              </a:defRPr>
            </a:pPr>
            <a:r>
              <a:t>imu0_config: [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false,  # x, y, z - NOT from IMU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true,   # roll, pitch, YAW ✓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false,  # vx, vy, vz - NOT from IMU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true,   # ωroll, ωpitch, ωYAW ✓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   # ax, ay, az - NOT used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]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IMU gives us: yaw angle + yaw rate</a:t>
            </a: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Fast updates, good for rotation tracking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Odometry Input Configuration (/odom)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282C3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Wheel odometry from Ackermann controller</a:t>
            </a:r>
          </a:p>
          <a:p>
            <a:pPr>
              <a:defRPr sz="1400">
                <a:solidFill>
                  <a:srgbClr val="569CD6"/>
                </a:solidFill>
                <a:latin typeface="Consolas"/>
              </a:defRPr>
            </a:pPr>
            <a:r>
              <a:t>odom0: /odom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What we fuse from odometry:</a:t>
            </a:r>
          </a:p>
          <a:p>
            <a:pPr>
              <a:defRPr sz="1400">
                <a:solidFill>
                  <a:srgbClr val="569CD6"/>
                </a:solidFill>
                <a:latin typeface="Consolas"/>
              </a:defRPr>
            </a:pPr>
            <a:r>
              <a:t>odom0_config: [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true,  true,  false,  # X ✓, Y ✓, z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true,   # roll, pitch, YAW ✓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false,  # vx, vy, vz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false,  # ωroll, ωpitch, ωyaw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  false, false, false   # ax, ay, az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  <a:r>
              <a:t>]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Odometry gives us: x, y position + yaw</a:t>
            </a:r>
          </a:p>
          <a:p>
            <a:pPr>
              <a:defRPr sz="1400">
                <a:solidFill>
                  <a:srgbClr val="808080"/>
                </a:solidFill>
                <a:latin typeface="Consolas"/>
              </a:defRPr>
            </a:pPr>
            <a:r>
              <a:t># Accurate short-term, drifts over distance</a:t>
            </a:r>
          </a:p>
          <a:p>
            <a:pPr>
              <a:defRPr sz="1400">
                <a:solidFill>
                  <a:srgbClr val="CE9178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2D Mode: Planar Robot Simplification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two_d_mode: true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Robot moves on a flat surface (ground plane)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Ignores roll and pitch from IMU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Only tracks: x, y, yaw, vx, vy, vyaw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Reduces computational complexity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Perfect for wheeled robots like RC cars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TF Frame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map_frame: map        → Global reference (from SLAM)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odom_frame: odom      → Odometry reference frame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base_link_frame: base_link → Robot body frame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world_frame: odom     → EKF operates in odom frame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EKF publishes: odom → base_link transform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SLAM publishes: map → odom transform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EKF Algorithm: Predict-Update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PREDICT: Use motion model to estimate next state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x̂ₖ = f(x̂ₖ₋₁, uₖ)  +  process noise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UPDATE: Correct prediction using sensor measurements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Kₖ = Kalman Gain (how much to trust sensors)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x̂ₖ = x̂ₖ + Kₖ(zₖ - h(x̂ₖ))  ← Innovation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Runs 50 times per second (50 Hz)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EKF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Topic: /odometry/filtered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Message type: nav_msgs/Odometry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Contains: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• Filtered pose (x, y, z, orientation)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• Filtered twist (linear &amp; angular velocity)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    • Covariance matrices (uncertainty)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TF: Publishes odom → base_link transform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Summary: Your EKF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Fuses: Wheel odometry (/odom) + IMU (/imu)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Mode: 2D planar (two_d_mode: true)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Rate: 50 Hz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From IMU: yaw angle + yaw rate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From Odom: x, y position + yaw</a:t>
            </a:r>
          </a:p>
          <a:p>
            <a:pPr>
              <a:spcAft>
                <a:spcPts val="1200"/>
              </a:spcAft>
              <a:defRPr sz="2400">
                <a:solidFill>
                  <a:srgbClr val="404040"/>
                </a:solidFill>
              </a:defRPr>
            </a:pPr>
            <a:r>
              <a:t>• Output: /odometry/filtered + TF transform</a:t>
            </a:r>
          </a:p>
          <a:p>
            <a:pPr>
              <a:spcAft>
                <a:spcPts val="1200"/>
              </a:spcAft>
              <a:defRPr sz="2400" b="1">
                <a:solidFill>
                  <a:srgbClr val="FF6600"/>
                </a:solidFill>
              </a:defRPr>
            </a:pPr>
            <a:r>
              <a:t>• Result: Smooth, accurate robot localization!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
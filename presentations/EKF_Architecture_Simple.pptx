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EKF Robot Localization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9436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Planar Ackermann Vehicle - IMU + Wheel Odometry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Sensor Inputs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286000" cy="109728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Ackermann Steering Controller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Topic: /odom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nav_msgs/Odometry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2286000" cy="109728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IMU Sensor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(Gazebo IMU Plugin)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Topic: /imu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sensor_msgs/Imu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645920"/>
            <a:ext cx="3657600" cy="2560320"/>
          </a:xfrm>
          <a:prstGeom prst="roundRect">
            <a:avLst/>
          </a:prstGeom>
          <a:solidFill>
            <a:srgbClr val="F3E5F5"/>
          </a:solidFill>
          <a:ln w="381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7B1FA2"/>
                </a:solidFill>
              </a:defRPr>
            </a:pPr>
            <a:r>
              <a:t>robot_localization</a:t>
            </a:r>
          </a:p>
          <a:p>
            <a:pPr algn="ctr">
              <a:defRPr sz="1800" b="1">
                <a:solidFill>
                  <a:srgbClr val="333333"/>
                </a:solidFill>
              </a:defRPr>
            </a:pPr>
            <a:r>
              <a:t>ekf_node</a:t>
            </a:r>
          </a:p>
          <a:p>
            <a:pPr algn="ctr">
              <a:defRPr sz="1200">
                <a:solidFill>
                  <a:srgbClr val="555555"/>
                </a:solidFill>
              </a:defRPr>
            </a:pPr>
            <a:r>
              <a:t>Frequency: 50 Hz</a:t>
            </a:r>
          </a:p>
          <a:p>
            <a:pPr algn="ctr">
              <a:defRPr sz="1200">
                <a:solidFill>
                  <a:srgbClr val="555555"/>
                </a:solidFill>
              </a:defRPr>
            </a:pPr>
            <a:r>
              <a:t>2D Mode: Enabled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017520"/>
            <a:ext cx="3291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Fused State Variables:</a:t>
            </a:r>
          </a:p>
          <a:p>
            <a:pPr algn="ctr">
              <a:defRPr sz="1100">
                <a:solidFill>
                  <a:srgbClr val="555555"/>
                </a:solidFill>
              </a:defRPr>
            </a:pPr>
            <a:r>
              <a:t>Odom → x, y, yaw</a:t>
            </a:r>
          </a:p>
          <a:p>
            <a:pPr algn="ctr">
              <a:defRPr sz="1100">
                <a:solidFill>
                  <a:srgbClr val="555555"/>
                </a:solidFill>
              </a:defRPr>
            </a:pPr>
            <a:r>
              <a:t>IMU → yaw, yaw_rate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0058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Outputs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371600"/>
            <a:ext cx="2560320" cy="9144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Filtered Odometry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/odometry/filtered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560320"/>
            <a:ext cx="2560320" cy="9144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TF Transform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odom → base_link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834640" y="1737360"/>
            <a:ext cx="1097280" cy="320040"/>
          </a:xfrm>
          <a:prstGeom prst="rightArrow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2834640" y="3108960"/>
            <a:ext cx="1097280" cy="320040"/>
          </a:xfrm>
          <a:prstGeom prst="rightArrow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955279" y="1737360"/>
            <a:ext cx="1005840" cy="320040"/>
          </a:xfrm>
          <a:prstGeom prst="rightArrow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7955279" y="2834640"/>
            <a:ext cx="1005840" cy="320040"/>
          </a:xfrm>
          <a:prstGeom prst="rightArrow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417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57C00"/>
                </a:solidFill>
              </a:defRPr>
            </a:pPr>
            <a:r>
              <a:t>x, y, yaw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788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57C00"/>
                </a:solidFill>
              </a:defRPr>
            </a:pPr>
            <a:r>
              <a:t>yaw, ω_yaw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97680"/>
            <a:ext cx="11277295" cy="22860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4348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Coordinate Frames &amp; Configuration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4937760"/>
            <a:ext cx="1371600" cy="73152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map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(world frame)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4937760"/>
            <a:ext cx="1371600" cy="73152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odom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(EKF frame)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77840" y="4937760"/>
            <a:ext cx="1371600" cy="73152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base_link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(robot frame)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834640" y="5166360"/>
            <a:ext cx="548640" cy="228600"/>
          </a:xfrm>
          <a:prstGeom prst="rightArrow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4937760" y="5166360"/>
            <a:ext cx="548640" cy="228600"/>
          </a:xfrm>
          <a:prstGeom prst="rightArrow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98079" y="4754880"/>
            <a:ext cx="3931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Launch: ekf_imu_odom.launch.py</a:t>
            </a:r>
          </a:p>
          <a:p>
            <a:pPr>
              <a:defRPr sz="1100"/>
            </a:pPr>
            <a:r>
              <a:t>Config: config/ekf_imu_odom.yaml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use_sim_time: true | sensor_timeout: 0.5s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9893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Legend: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9893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</a:p>
        </p:txBody>
      </p:sp>
      <p:sp>
        <p:nvSpPr>
          <p:cNvPr id="28" name="Rectangle 27"/>
          <p:cNvSpPr/>
          <p:nvPr/>
        </p:nvSpPr>
        <p:spPr>
          <a:xfrm>
            <a:off x="1371600" y="6035040"/>
            <a:ext cx="365760" cy="228600"/>
          </a:xfrm>
          <a:prstGeom prst="rect">
            <a:avLst/>
          </a:prstGeom>
          <a:solidFill>
            <a:srgbClr val="FFF3E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83080" y="59893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Sensor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6035040"/>
            <a:ext cx="365760" cy="228600"/>
          </a:xfrm>
          <a:prstGeom prst="rect">
            <a:avLst/>
          </a:prstGeom>
          <a:solidFill>
            <a:srgbClr val="F3E5F5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54680" y="59893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EKF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1920" y="6035040"/>
            <a:ext cx="365760" cy="228600"/>
          </a:xfrm>
          <a:prstGeom prst="rect">
            <a:avLst/>
          </a:prstGeom>
          <a:solidFill>
            <a:srgbClr val="E8F5E9"/>
          </a:solidFill>
          <a:ln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59893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